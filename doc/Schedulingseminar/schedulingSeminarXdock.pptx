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278" r:id="rId31"/>
    <p:sldId id="347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352" r:id="rId48"/>
    <p:sldId id="291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00" r:id="rId58"/>
    <p:sldId id="349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74" d="100"/>
          <a:sy n="74" d="100"/>
        </p:scale>
        <p:origin x="1133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 err="1">
                    <a:solidFill>
                      <a:schemeClr val="tx1"/>
                    </a:solidFill>
                  </a:rPr>
                  <a:t>Robu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14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(SAA) or robust (DRO)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4447</TotalTime>
  <Words>5143</Words>
  <Application>Microsoft Office PowerPoint</Application>
  <PresentationFormat>On-screen Show (4:3)</PresentationFormat>
  <Paragraphs>618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8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Symbol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BESO-SAA</vt:lpstr>
      <vt:lpstr>Entropy tilting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446</cp:revision>
  <cp:lastPrinted>2026-10-19T08:12:27Z</cp:lastPrinted>
  <dcterms:created xsi:type="dcterms:W3CDTF">2024-02-06T11:14:54Z</dcterms:created>
  <dcterms:modified xsi:type="dcterms:W3CDTF">2026-10-25T17:42:51Z</dcterms:modified>
</cp:coreProperties>
</file>