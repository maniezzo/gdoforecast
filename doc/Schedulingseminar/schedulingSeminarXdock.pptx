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347" r:id="rId31"/>
    <p:sldId id="278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291" r:id="rId48"/>
    <p:sldId id="352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26" r:id="rId58"/>
    <p:sldId id="300" r:id="rId59"/>
    <p:sldId id="349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97" d="100"/>
          <a:sy n="97" d="100"/>
        </p:scale>
        <p:origin x="112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</a:t>
            </a:r>
            <a:r>
              <a:rPr lang="en-US" sz="4000"/>
              <a:t>Scheduling of </a:t>
            </a:r>
            <a:r>
              <a:rPr lang="en-US" sz="4000" dirty="0"/>
              <a:t>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>
                    <a:solidFill>
                      <a:schemeClr val="tx1"/>
                    </a:solidFill>
                  </a:rPr>
                  <a:t>Robust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represented by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36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  <a:p>
                <a:pPr algn="l">
                  <a:spcBef>
                    <a:spcPts val="2400"/>
                  </a:spcBef>
                </a:pPr>
                <a:r>
                  <a:rPr lang="en-US" sz="2400" dirty="0">
                    <a:solidFill>
                      <a:srgbClr val="C00000"/>
                    </a:solidFill>
                    <a:latin typeface="+mn-lt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2400" dirty="0">
                    <a:latin typeface="+mn-lt"/>
                  </a:rPr>
                  <a:t>: reduce distributional spread, 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BESO-SAA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  <a:sym typeface="Symbol" panose="05050102010706020507" pitchFamily="18" charset="2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m</a:t>
                </a:r>
                <a:r>
                  <a:rPr lang="en-US" sz="2400" b="0" i="0" u="none" strike="noStrike" baseline="0" dirty="0">
                    <a:latin typeface="+mn-lt"/>
                    <a:sym typeface="Symbol" panose="05050102010706020507" pitchFamily="18" charset="2"/>
                  </a:rPr>
                  <a:t>: enlarges ambiguity set, </a:t>
                </a:r>
                <a:r>
                  <a:rPr lang="en-US" sz="2400" dirty="0">
                    <a:latin typeface="+mn-lt"/>
                  </a:rPr>
                  <a:t>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robust optimization</a:t>
                </a:r>
                <a:endParaRPr lang="en-US" sz="2400" b="0" i="0" u="none" strike="noStrike" baseline="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  <a:blipFill>
                <a:blip r:embed="rId2"/>
                <a:stretch>
                  <a:fillRect l="-927" t="-1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weighted </a:t>
                </a:r>
                <a:r>
                  <a:rPr lang="en-US" sz="2400" dirty="0">
                    <a:solidFill>
                      <a:schemeClr val="tx1"/>
                    </a:solidFill>
                  </a:rPr>
                  <a:t>by the corresponding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GAP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multiple </a:t>
                </a:r>
                <a:r>
                  <a:rPr lang="it-IT" sz="2400" b="1" i="1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b="1" i="1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468039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scenarios were deemed exceeding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scenarios were deemed exceeding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SAA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4643</TotalTime>
  <Words>5148</Words>
  <Application>Microsoft Office PowerPoint</Application>
  <PresentationFormat>On-screen Show (4:3)</PresentationFormat>
  <Paragraphs>620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7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Entropy tilting</vt:lpstr>
      <vt:lpstr>BESO-SAA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Daily number of outbound SKUs</vt:lpstr>
      <vt:lpstr>If one has a hammer …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Closer to the literature</vt:lpstr>
      <vt:lpstr>bootstrapping</vt:lpstr>
      <vt:lpstr>Entropy tilting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460</cp:revision>
  <cp:lastPrinted>2026-10-19T08:12:27Z</cp:lastPrinted>
  <dcterms:created xsi:type="dcterms:W3CDTF">2024-02-06T11:14:54Z</dcterms:created>
  <dcterms:modified xsi:type="dcterms:W3CDTF">2026-10-28T11:14:50Z</dcterms:modified>
</cp:coreProperties>
</file>